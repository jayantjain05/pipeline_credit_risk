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Credit Risk ETL &amp; Scoring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 end-to-end PySpark pipeline for private-credit portfolio risk</a:t>
            </a:r>
            <a:br/>
            <a:br/>
            <a:r>
              <a:rPr/>
              <a:t>jayantjain05/PIPELINE_CREDIT_RISK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Private credit lenders manage portfolios across many borrowers, each with one or more credit facilities, tracked through monthly payment/exposure snapshots.</a:t>
            </a:r>
          </a:p>
          <a:p>
            <a:pPr lvl="0" indent="0" marL="0">
              <a:buNone/>
            </a:pPr>
            <a:r>
              <a:rPr/>
              <a:t>To monitor portfolio health, you need to:</a:t>
            </a:r>
          </a:p>
          <a:p>
            <a:pPr lvl="0"/>
            <a:r>
              <a:rPr/>
              <a:t>Reliably </a:t>
            </a:r>
            <a:r>
              <a:rPr b="1"/>
              <a:t>ingest and validate</a:t>
            </a:r>
            <a:r>
              <a:rPr/>
              <a:t> borrower / facility / transaction data</a:t>
            </a:r>
          </a:p>
          <a:p>
            <a:pPr lvl="0"/>
            <a:r>
              <a:rPr/>
              <a:t>Derive standard </a:t>
            </a:r>
            <a:r>
              <a:rPr b="1"/>
              <a:t>credit risk features</a:t>
            </a:r>
            <a:r>
              <a:rPr/>
              <a:t> (DPD buckets, vintage, utilization, payment trends)</a:t>
            </a:r>
          </a:p>
          <a:p>
            <a:pPr lvl="0"/>
            <a:r>
              <a:rPr b="1"/>
              <a:t>Score</a:t>
            </a:r>
            <a:r>
              <a:rPr/>
              <a:t> each facility’s risk of near-term deterioration</a:t>
            </a:r>
          </a:p>
          <a:p>
            <a:pPr lvl="0"/>
            <a:r>
              <a:rPr b="1"/>
              <a:t>Summarize</a:t>
            </a:r>
            <a:r>
              <a:rPr/>
              <a:t> risk at the portfolio level for reporting</a:t>
            </a:r>
          </a:p>
          <a:p>
            <a:pPr lvl="0" indent="0" marL="0">
              <a:buNone/>
            </a:pPr>
            <a:r>
              <a:rPr/>
              <a:t>This pipeline implements the full workflow as distributed Spark transformations, not pandas/sklearn on a single dataframe.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Synthetically generated at </a:t>
            </a:r>
            <a:r>
              <a:rPr b="1"/>
              <a:t>borrower → facility → transaction</a:t>
            </a:r>
            <a:r>
              <a:rPr/>
              <a:t> grain, to mirror how real private-credit portfolios are structured (not a single flat loan table like public datasets such as Lending Club).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fields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Borrower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borrower_id, industry, risk_tier, annual_revenue, years_in_business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facility_id, borrower_id, facility_type, credit_limit, interest_rate, collateral_value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facility_id, period_end_date, scheduled/actual payment, outstanding_exposure, days_past_due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Generated volumes:</a:t>
            </a:r>
            <a:r>
              <a:rPr/>
              <a:t> 2,000 borrowers · 2,954 facilities · 57,580 monthly transaction records (up to 24 months of history per facility)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Pipeline 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Ingest → Clean &amp; Validate → Feature Engineering → Scoring →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Ingest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ingest.py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Enforced schema; row count, null-rate, dupe logging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Clean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clean.py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Dedup on natural keys; referential integrity; quarantine bad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features.py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DPD buckets, vintage, utilization, trailing-window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Scoring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score.py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LR + RF via </a:t>
                      </a:r>
                      <a:r>
                        <a:rPr>
                          <a:latin typeface="Courier"/>
                        </a:rPr>
                        <a:t>pyspark.ml.Pipeline</a:t>
                      </a:r>
                      <a:r>
                        <a:rPr/>
                        <a:t>; AUC / KS evaluation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main.py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Parquet feature table + scored portfolio + summary CSV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Quarantine, don’t drop</a:t>
            </a:r>
            <a:r>
              <a:rPr/>
              <a:t> — failing records go to </a:t>
            </a:r>
            <a:r>
              <a:rPr>
                <a:latin typeface="Courier"/>
              </a:rPr>
              <a:t>data/processed/quarantine/</a:t>
            </a:r>
            <a:r>
              <a:rPr/>
              <a:t> rather than being silently discarded</a:t>
            </a:r>
          </a:p>
          <a:p>
            <a:pPr lvl="0"/>
            <a:r>
              <a:rPr b="1"/>
              <a:t>Window functions for trailing behavior</a:t>
            </a:r>
            <a:r>
              <a:rPr/>
              <a:t> — </a:t>
            </a:r>
            <a:r>
              <a:rPr>
                <a:latin typeface="Courier"/>
              </a:rPr>
              <a:t>rolled_worse_3mo</a:t>
            </a:r>
            <a:r>
              <a:rPr/>
              <a:t>, </a:t>
            </a:r>
            <a:r>
              <a:rPr>
                <a:latin typeface="Courier"/>
              </a:rPr>
              <a:t>payment_ratio_trailing3_avg</a:t>
            </a:r>
            <a:r>
              <a:rPr/>
              <a:t>, </a:t>
            </a:r>
            <a:r>
              <a:rPr>
                <a:latin typeface="Courier"/>
              </a:rPr>
              <a:t>dpd_max_trailing6</a:t>
            </a:r>
            <a:r>
              <a:rPr/>
              <a:t> computed with Spark </a:t>
            </a:r>
            <a:r>
              <a:rPr>
                <a:latin typeface="Courier"/>
              </a:rPr>
              <a:t>Window</a:t>
            </a:r>
            <a:r>
              <a:rPr/>
              <a:t>, partitioned by facility, ordered by period — not row-by-row Python loops</a:t>
            </a:r>
          </a:p>
          <a:p>
            <a:pPr lvl="0"/>
            <a:r>
              <a:rPr b="1"/>
              <a:t>Two models compared</a:t>
            </a:r>
            <a:r>
              <a:rPr/>
              <a:t> — Random Forest benchmarked against Logistic Regression rather than shipping a single model</a:t>
            </a:r>
          </a:p>
          <a:p>
            <a:pPr lvl="0"/>
            <a:r>
              <a:rPr b="1"/>
              <a:t>Label is a proxy</a:t>
            </a:r>
            <a:r>
              <a:rPr/>
              <a:t> — built from the same trailing-window features used to predict it, so reported AUC/KS are optimistic by construction (see Limitations)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Computed per facility over full transaction history, reduced to the latest snapshot per facility:</a:t>
            </a:r>
          </a:p>
          <a:p>
            <a:pPr lvl="0"/>
            <a:r>
              <a:rPr b="1"/>
              <a:t>dpd_bucket</a:t>
            </a:r>
            <a:r>
              <a:rPr/>
              <a:t> — Current / 1–30 / 31–60 / 61–90 / 90+</a:t>
            </a:r>
          </a:p>
          <a:p>
            <a:pPr lvl="0"/>
            <a:r>
              <a:rPr b="1"/>
              <a:t>vintage_months</a:t>
            </a:r>
            <a:r>
              <a:rPr/>
              <a:t> — months between snapshot date and disbursement</a:t>
            </a:r>
          </a:p>
          <a:p>
            <a:pPr lvl="0"/>
            <a:r>
              <a:rPr b="1"/>
              <a:t>utilization_ratio</a:t>
            </a:r>
            <a:r>
              <a:rPr/>
              <a:t> — outstanding_exposure / credit_limit</a:t>
            </a:r>
          </a:p>
          <a:p>
            <a:pPr lvl="0"/>
            <a:r>
              <a:rPr b="1"/>
              <a:t>rolled_worse_3mo</a:t>
            </a:r>
            <a:r>
              <a:rPr/>
              <a:t> — DPD worse than 3 months ago (</a:t>
            </a:r>
            <a:r>
              <a:rPr>
                <a:latin typeface="Courier"/>
              </a:rPr>
              <a:t>F.lag</a:t>
            </a:r>
            <a:r>
              <a:rPr/>
              <a:t> over a window)</a:t>
            </a:r>
          </a:p>
          <a:p>
            <a:pPr lvl="0"/>
            <a:r>
              <a:rPr b="1"/>
              <a:t>payment_ratio_trailing3_avg</a:t>
            </a:r>
            <a:r>
              <a:rPr/>
              <a:t> — trailing 3-month avg of actual/scheduled payment</a:t>
            </a:r>
          </a:p>
          <a:p>
            <a:pPr lvl="0"/>
            <a:r>
              <a:rPr b="1"/>
              <a:t>dpd_max_trailing6</a:t>
            </a:r>
            <a:r>
              <a:rPr/>
              <a:t> — max DPD over trailing 6 months</a:t>
            </a:r>
          </a:p>
          <a:p>
            <a:pPr lvl="0" indent="0" marL="0">
              <a:buNone/>
            </a:pPr>
            <a:r>
              <a:rPr/>
              <a:t>Categorical fields (</a:t>
            </a:r>
            <a:r>
              <a:rPr>
                <a:latin typeface="Courier"/>
              </a:rPr>
              <a:t>risk_tier</a:t>
            </a:r>
            <a:r>
              <a:rPr/>
              <a:t>, </a:t>
            </a:r>
            <a:r>
              <a:rPr>
                <a:latin typeface="Courier"/>
              </a:rPr>
              <a:t>industry</a:t>
            </a:r>
            <a:r>
              <a:rPr/>
              <a:t>, </a:t>
            </a:r>
            <a:r>
              <a:rPr>
                <a:latin typeface="Courier"/>
              </a:rPr>
              <a:t>facility_type</a:t>
            </a:r>
            <a:r>
              <a:rPr/>
              <a:t>) are indexed and one-hot encoded, then assembled with numeric features into a single Spark ML feature vector.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Pipeline Run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Actual execution of </a:t>
            </a:r>
            <a:r>
              <a:rPr>
                <a:latin typeface="Courier"/>
              </a:rPr>
              <a:t>python src/main.py</a:t>
            </a:r>
            <a:r>
              <a:rPr/>
              <a:t> on the generated dataset: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Facilities scored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2,954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Records quarantined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set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730 facilities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High-risk rate (test set)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Avg. utilization (test set)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19.3%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Ingest: 2,000 borrowers · 2,954 facilities · 57,580 transactions — all valid, zero quarantined.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Comparison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 statistic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0.9755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0.8746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Random Forest</a:t>
                      </a:r>
                      <a:r>
                        <a:rPr/>
                        <a:t> (100 trees, depth 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0.9786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0.8977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AUC and KS are the standard scorecard evaluation metrics used in credit risk modeling. Random Forest modestly outperforms Logistic Regression, consistent with expectations for this kind of tabular feature set.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 Tier Breakdown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 scores on the held-out test set: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High-risk 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Near-Prime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Subprime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score and delinquency both increase monotonically from Prime to Subprime — the model recovers the intended risk ordering.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Label leakage by construction</a:t>
            </a:r>
            <a:r>
              <a:rPr/>
              <a:t> — the target label is derived from the same trailing-window DPD features used as predictors, so AUC/KS here demonstrate pipeline mechanics, not a validated forward-looking model. A production version would use a strictly forward-looking label with a proper time-based train/test split.</a:t>
            </a:r>
          </a:p>
          <a:p>
            <a:pPr lvl="0"/>
            <a:r>
              <a:rPr b="1"/>
              <a:t>Synthetic data</a:t>
            </a:r>
            <a:r>
              <a:rPr/>
              <a:t> — payment behavior is a simple risk-tier probability, not real borrower behavior; no macro shocks, industry concentration, or seasonality effects.</a:t>
            </a:r>
          </a:p>
          <a:p>
            <a:pPr lvl="0"/>
            <a:r>
              <a:rPr b="1"/>
              <a:t>Single-machine Spark</a:t>
            </a:r>
            <a:r>
              <a:rPr/>
              <a:t> (</a:t>
            </a:r>
            <a:r>
              <a:rPr>
                <a:latin typeface="Courier"/>
              </a:rPr>
              <a:t>local[*]</a:t>
            </a:r>
            <a:r>
              <a:rPr/>
              <a:t>) — a real cluster deployment (EMR/Databricks) would need partition tuning and a different raw-layer file strategy.</a:t>
            </a:r>
          </a:p>
          <a:p>
            <a:pPr lvl="0"/>
            <a:r>
              <a:rPr b="1"/>
              <a:t>No orchestration tool</a:t>
            </a:r>
            <a:r>
              <a:rPr/>
              <a:t> — a production version would use Airflow/Dagster for scheduling, retries, and lineage instead of a single script.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pip install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1. Generate synthetic data</a:t>
            </a:r>
            <a:br/>
            <a:r>
              <a:rPr>
                <a:latin typeface="Courier"/>
              </a:rPr>
              <a:t>python src/generate_synthetic_data.py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Run the full pipeline</a:t>
            </a:r>
            <a:br/>
            <a:r>
              <a:rPr>
                <a:latin typeface="Courier"/>
              </a:rPr>
              <a:t>python src/main.py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Run tests</a:t>
            </a:r>
            <a:br/>
            <a:r>
              <a:rPr>
                <a:latin typeface="Courier"/>
              </a:rPr>
              <a:t>pytest tests/</a:t>
            </a:r>
          </a:p>
          <a:p>
            <a:pPr lvl="0" indent="0" marL="0">
              <a:buNone/>
            </a:pPr>
            <a:r>
              <a:rPr/>
              <a:t>Output lands in </a:t>
            </a:r>
            <a:r>
              <a:rPr>
                <a:latin typeface="Courier"/>
              </a:rPr>
              <a:t>data/processed/</a:t>
            </a:r>
            <a:r>
              <a:rPr/>
              <a:t>: </a:t>
            </a:r>
            <a:r>
              <a:rPr>
                <a:latin typeface="Courier"/>
              </a:rPr>
              <a:t>feature_table/</a:t>
            </a:r>
            <a:r>
              <a:rPr/>
              <a:t>, </a:t>
            </a:r>
            <a:r>
              <a:rPr>
                <a:latin typeface="Courier"/>
              </a:rPr>
              <a:t>scored_portfolio/</a:t>
            </a:r>
            <a:r>
              <a:rPr/>
              <a:t> (partitioned by risk tier), </a:t>
            </a:r>
            <a:r>
              <a:rPr>
                <a:latin typeface="Courier"/>
              </a:rPr>
              <a:t>portfolio_summary/</a:t>
            </a:r>
            <a:r>
              <a:rPr/>
              <a:t>, and </a:t>
            </a:r>
            <a:r>
              <a:rPr>
                <a:latin typeface="Courier"/>
              </a:rPr>
              <a:t>quarantine/</a:t>
            </a:r>
            <a:r>
              <a:rPr/>
              <a:t> (if any).</a:t>
            </a:r>
          </a:p>
          <a:p>
            <a:pPr lvl="0" indent="0" marL="0">
              <a:buNone/>
            </a:pPr>
            <a:r>
              <a:rPr b="1"/>
              <a:t>Repository:</a:t>
            </a:r>
            <a:r>
              <a:rPr/>
              <a:t> github.com/jayantjain05/PIPELINE_CREDIT_RISK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ETL &amp; Scoring Pipeline</dc:title>
  <dc:creator>jayantjain05/PIPELINE_CREDIT_RISK</dc:creator>
  <cp:keywords/>
  <dcterms:created xsi:type="dcterms:W3CDTF">2026-09-17T16:09:50Z</dcterms:created>
  <dcterms:modified xsi:type="dcterms:W3CDTF">2026-09-17T16:09:50Z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September 2026</vt:lpwstr>
  </property>
  <property fmtid="{D5CDD505-2E9C-101B-9397-08002B2CF9AE}" pid="3" name="subtitle">
    <vt:lpwstr>An end-to-end PySpark pipeline for private-credit portfolio risk</vt:lpwstr>
  </property>
</Properties>
</file>